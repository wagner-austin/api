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Float String Edge Cases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609600">
                <a:tc>
                  <a:txBody>
                    <a:bodyPr/>
                    <a:lstStyle/>
                    <a:p>
                      <a: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Expected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false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false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false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1..2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false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1.2.3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false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