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Empty Headers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ignored1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ignored2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ignored3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ignored4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