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" y="1"/>
          <a:ext cx="8" cy="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"/>
                <a:gridCol w="2"/>
                <a:gridCol w="4"/>
              </a:tblGrid>
              <a:tr h="0">
                <a:tc>
                  <a:txBody>
                    <a:bodyPr/>
                    <a:lstStyle/>
                    <a:p>
                      <a:r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Expected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r>
                        <a:t>Boolean 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r>
                        <a:t>Boolean 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r>
                        <a:t>Negative 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-100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3.14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-2.71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r>
                        <a:t>Scientific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1.5e10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-2.3e-5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r>
                        <a:t>Empty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   </a:t>
                      </a:r>
                    </a:p>
                  </a:txBody>
                  <a:tcPr/>
                </a:tc>
              </a:tr>
              <a:tr h="5">
                <a:tc>
                  <a:txBody>
                    <a:bodyPr/>
                    <a:lstStyle/>
                    <a:p>
                      <a:r>
                        <a:t>String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hello world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