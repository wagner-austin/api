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0BDD-1126-CAD6-9D84-77965A02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37B02-7192-F86E-4695-91E38D410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1F931-1EBE-B280-B22F-8D8BA08F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523A6-15ED-DB9D-DE89-F7BDFB555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B82C9-1AA6-F3BC-60E4-D0C0432A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3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9670-845D-C4F1-00DD-A2005B6A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90B91-8D5F-737E-8B8C-8429E9A81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38D6-D6CC-878F-CE0A-2E491990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B88C-0F87-4709-BCCF-F42E6CBD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F3488-3F47-4B46-3AA8-B268C059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B998-BBC1-04AC-1EC2-677EC975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1C50E-A401-09FA-F121-CA2111987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4054-B2A0-855F-93C6-399877FB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0C434-9ED8-7CBE-3320-B9368A5A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5315F-7C19-DA04-EED8-C1F3571D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5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3E53-85B1-3263-D306-0834C198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48D5-3F32-A04A-889E-9B54E4E71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15CD4-ADC1-491F-B753-9710A538B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75BBD-A3EA-7DCC-0D2A-F697A12C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F1334-3187-53E4-55D3-B9FC169F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4AB12-5195-5F40-FA46-B1D0EA35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8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18C4-20C6-83A7-E399-13422015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998BE-62BC-2556-A085-B0B56C435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441A9-B409-DAC6-0D9C-AA3FE6E6C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B2D12-FD5E-7E7B-6476-C850E13E0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D8F69-1C02-1576-E350-E6D2DF8D8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09061-587E-56A4-B941-62A4ED62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089DE-B5B8-53DC-0346-0EF10AE4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0193B-992D-9B4E-75DE-9882F387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2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E7F7-8215-D226-438E-91E2077B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EC490-2161-FD68-9CFE-C653336A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B9B69-3542-A7B6-60A7-AEF1AA13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1E249-9CD5-902A-CD8D-7A576D4D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7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4E456-B853-8785-1921-71FACB26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7A625-6F27-9A86-1A90-E5067577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02541-81C5-1DCB-3D07-6374FEE3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7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C9D1-B6E1-2ECC-1680-0A3F5426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89A79-90C0-72B9-E716-6DEE231F6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3AF90-0FE8-6AE4-3F16-6131BB08F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F2A59-AAA3-2797-5C87-74B4C73B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B8C83-BFD5-9252-9033-ACF50DB2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2D774-E6D0-F493-00AB-FD8EB380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ABA7-E075-C93B-F71F-5BDC5723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1F23F-3F76-B069-B305-542271A02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EC71C-7644-3DFE-4BF3-82D0E4E74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22118-AEB0-03FD-7D76-060056EC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FA9EE-2AD0-CBCF-A18F-854113CD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F35BC-8B9B-3974-3298-39E033E5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2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EFA89-377F-E515-2FAB-CE37D826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99C7A-03E0-C5CF-9293-1CF2D6DE0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E169-2A2C-B436-AC18-2744B92B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A53F-22CC-C332-FA72-29A29A91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F5D4A-2D5E-C217-4D7D-EE0AAEBC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1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26D92-2D02-806E-0870-0A06CE3D0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A3F9E-CBFD-3883-F866-A9FE0F323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E7F21-650A-A02B-8B15-2F9E806A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B33F1-AD90-9FB0-409A-FBCE4D64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2BC7C-F857-02CF-864E-171B87BC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D1ADB-6664-670A-C00F-5C04356D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1C526-1AB0-5694-AB04-F5B465673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3F495-DBB5-D860-E1C0-32A997912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7D1E2-4764-46D8-9EE6-400511CF57B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8D0DD-3516-9054-DEF5-72CB21D48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DE73E-E7D1-8AF2-5992-CD0E8D910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79CA1-42D1-4135-B9C9-B37D27EBB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2291-8085-B908-F500-293302CA5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USC Chiral Figures – all figures made relating to dataset from USC ambient 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B9103-D76B-29AB-58B7-459F23B9C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Jackson Ryan</a:t>
            </a:r>
          </a:p>
        </p:txBody>
      </p:sp>
    </p:spTree>
    <p:extLst>
      <p:ext uri="{BB962C8B-B14F-4D97-AF65-F5344CB8AC3E}">
        <p14:creationId xmlns:p14="http://schemas.microsoft.com/office/powerpoint/2010/main" val="719171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6F0E-9F1A-7033-F082-F717189B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B36D3-06BC-43A2-9C33-B0670BB3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40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USC Chiral Figures – all figures made relating to dataset from USC ambient sampling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Thomas Ryan</dc:creator>
  <cp:lastModifiedBy>Jackson Thomas Ryan</cp:lastModifiedBy>
  <cp:revision>1</cp:revision>
  <dcterms:created xsi:type="dcterms:W3CDTF">2025-10-24T22:48:41Z</dcterms:created>
  <dcterms:modified xsi:type="dcterms:W3CDTF">2025-10-24T22:50:12Z</dcterms:modified>
</cp:coreProperties>
</file>