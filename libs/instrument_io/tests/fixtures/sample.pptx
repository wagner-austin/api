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sample presentation for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Price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Widget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25.50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Gadget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42.75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